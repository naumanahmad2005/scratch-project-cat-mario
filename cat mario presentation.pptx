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1" r:id="rId1"/>
  </p:sldMasterIdLst>
  <p:sldIdLst>
    <p:sldId id="276" r:id="rId2"/>
    <p:sldId id="256" r:id="rId3"/>
    <p:sldId id="257" r:id="rId4"/>
    <p:sldId id="262" r:id="rId5"/>
    <p:sldId id="263" r:id="rId6"/>
    <p:sldId id="259" r:id="rId7"/>
    <p:sldId id="260" r:id="rId8"/>
    <p:sldId id="261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C803014-16FE-4ACB-8A00-0D007B3D58F2}">
          <p14:sldIdLst>
            <p14:sldId id="276"/>
            <p14:sldId id="256"/>
            <p14:sldId id="257"/>
            <p14:sldId id="262"/>
            <p14:sldId id="263"/>
            <p14:sldId id="259"/>
            <p14:sldId id="260"/>
            <p14:sldId id="261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78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481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89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2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20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15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2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21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8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92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6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142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621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27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05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300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06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575C2AB-C42C-4D6F-8F2C-C1BED952C69D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E6FF988-7627-45AD-8A74-73CDF04514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159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2" r:id="rId1"/>
    <p:sldLayoutId id="2147483943" r:id="rId2"/>
    <p:sldLayoutId id="2147483944" r:id="rId3"/>
    <p:sldLayoutId id="2147483945" r:id="rId4"/>
    <p:sldLayoutId id="2147483946" r:id="rId5"/>
    <p:sldLayoutId id="2147483947" r:id="rId6"/>
    <p:sldLayoutId id="2147483948" r:id="rId7"/>
    <p:sldLayoutId id="2147483949" r:id="rId8"/>
    <p:sldLayoutId id="2147483950" r:id="rId9"/>
    <p:sldLayoutId id="2147483951" r:id="rId10"/>
    <p:sldLayoutId id="2147483952" r:id="rId11"/>
    <p:sldLayoutId id="2147483953" r:id="rId12"/>
    <p:sldLayoutId id="2147483954" r:id="rId13"/>
    <p:sldLayoutId id="2147483955" r:id="rId14"/>
    <p:sldLayoutId id="2147483956" r:id="rId15"/>
    <p:sldLayoutId id="2147483957" r:id="rId16"/>
    <p:sldLayoutId id="214748395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7698A-4444-B299-A11A-9DAFDF5A2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92FB9-ADD1-1524-4BBE-DFCFD295B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6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7C9B-E92D-3781-DB0A-27E5739B57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CAT-MARIO</a:t>
            </a:r>
            <a:br>
              <a:rPr lang="en-US" dirty="0"/>
            </a:br>
            <a:r>
              <a:rPr lang="en-US" dirty="0"/>
              <a:t>SCRTCH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88B69-BDFA-6C19-9825-54D7BCD9B6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algn="ctr"/>
            <a:r>
              <a:rPr lang="en-US" dirty="0"/>
              <a:t>        A Funny  Adventurous game</a:t>
            </a:r>
          </a:p>
          <a:p>
            <a:pPr algn="ctr"/>
            <a:r>
              <a:rPr lang="en-US" dirty="0"/>
              <a:t>Presented by:</a:t>
            </a:r>
          </a:p>
          <a:p>
            <a:pPr algn="ctr"/>
            <a:r>
              <a:rPr lang="en-US" dirty="0"/>
              <a:t>NOUMAN AHMED</a:t>
            </a:r>
          </a:p>
          <a:p>
            <a:pPr algn="ctr"/>
            <a:r>
              <a:rPr lang="en-US" dirty="0"/>
              <a:t>HASSNAIN HUNNY</a:t>
            </a:r>
          </a:p>
          <a:p>
            <a:pPr algn="ctr"/>
            <a:r>
              <a:rPr lang="en-US" dirty="0"/>
              <a:t>ABSHAR HUSSAIN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815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85AFB-B381-132E-E998-8D348F399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at video">
            <a:hlinkClick r:id="" action="ppaction://media"/>
            <a:extLst>
              <a:ext uri="{FF2B5EF4-FFF2-40B4-BE49-F238E27FC236}">
                <a16:creationId xmlns:a16="http://schemas.microsoft.com/office/drawing/2014/main" id="{6EDF8A8B-0BE0-0A1E-50D2-3002C4728152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" y="-1"/>
            <a:ext cx="12163099" cy="6858001"/>
          </a:xfrm>
        </p:spPr>
      </p:pic>
    </p:spTree>
    <p:extLst>
      <p:ext uri="{BB962C8B-B14F-4D97-AF65-F5344CB8AC3E}">
        <p14:creationId xmlns:p14="http://schemas.microsoft.com/office/powerpoint/2010/main" val="238618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1C94-DBF0-CE77-AB38-79C17912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337" y="304800"/>
            <a:ext cx="10822316" cy="5999747"/>
          </a:xfrm>
        </p:spPr>
        <p:txBody>
          <a:bodyPr>
            <a:normAutofit/>
          </a:bodyPr>
          <a:lstStyle/>
          <a:p>
            <a:pPr algn="ctr"/>
            <a:r>
              <a:rPr lang="en-US" sz="8800" dirty="0"/>
              <a:t>Cat-</a:t>
            </a:r>
            <a:r>
              <a:rPr lang="en-US" sz="8800" dirty="0" err="1"/>
              <a:t>mario</a:t>
            </a:r>
            <a:endParaRPr lang="en-US" sz="8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06698D2-81D7-4111-0689-87AD43C13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941" y="3928312"/>
            <a:ext cx="2628117" cy="190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58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0C69B-BB46-7784-BD74-26CBBB79C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8086" y="2474494"/>
            <a:ext cx="9905998" cy="3124201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dirty="0"/>
              <a:t> </a:t>
            </a:r>
            <a:r>
              <a:rPr lang="en-US" sz="6600" dirty="0"/>
              <a:t>go and save your queen </a:t>
            </a:r>
          </a:p>
          <a:p>
            <a:pPr marL="0" indent="0" algn="ctr">
              <a:buNone/>
            </a:pPr>
            <a:r>
              <a:rPr lang="en-US" sz="6600" dirty="0"/>
              <a:t>Before someone else grab it</a:t>
            </a:r>
          </a:p>
        </p:txBody>
      </p:sp>
    </p:spTree>
    <p:extLst>
      <p:ext uri="{BB962C8B-B14F-4D97-AF65-F5344CB8AC3E}">
        <p14:creationId xmlns:p14="http://schemas.microsoft.com/office/powerpoint/2010/main" val="253563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76ED9-BBEB-D648-D917-12382C5E2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0E782-AF16-AA50-DE86-45182E9D5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The basic concept of </a:t>
            </a:r>
            <a:r>
              <a:rPr lang="en-US" sz="3600" dirty="0" err="1"/>
              <a:t>mario</a:t>
            </a:r>
            <a:r>
              <a:rPr lang="en-US" sz="3600" dirty="0"/>
              <a:t> games is that the character of game have  to reach the final </a:t>
            </a:r>
            <a:r>
              <a:rPr lang="en-US" sz="3600" dirty="0" err="1"/>
              <a:t>destination.there</a:t>
            </a:r>
            <a:r>
              <a:rPr lang="en-US" sz="3600" dirty="0"/>
              <a:t> are many hurdles in it’s </a:t>
            </a:r>
            <a:r>
              <a:rPr lang="en-US" sz="3600" dirty="0" err="1"/>
              <a:t>way.the</a:t>
            </a:r>
            <a:r>
              <a:rPr lang="en-US" sz="3600" dirty="0"/>
              <a:t> specific character of the game should reach to the final destination(winning point).</a:t>
            </a:r>
          </a:p>
        </p:txBody>
      </p:sp>
    </p:spTree>
    <p:extLst>
      <p:ext uri="{BB962C8B-B14F-4D97-AF65-F5344CB8AC3E}">
        <p14:creationId xmlns:p14="http://schemas.microsoft.com/office/powerpoint/2010/main" val="154168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DCFC5-228C-5EF8-AA81-14B565B3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Concept of the two player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7B9F9-778F-0338-3EE4-0F21DD0FA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993" y="2781300"/>
            <a:ext cx="8317380" cy="3298658"/>
          </a:xfrm>
        </p:spPr>
        <p:txBody>
          <a:bodyPr>
            <a:noAutofit/>
          </a:bodyPr>
          <a:lstStyle/>
          <a:p>
            <a:r>
              <a:rPr lang="en-US" sz="24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The concept of two  player version us that at first it is start by only one player.in beginning the first player starts the game and reach to final point.</a:t>
            </a:r>
          </a:p>
          <a:p>
            <a:r>
              <a:rPr lang="en-US" sz="2400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then,second</a:t>
            </a:r>
            <a:r>
              <a:rPr lang="en-US" sz="24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player start the game and reach to final point.</a:t>
            </a:r>
          </a:p>
          <a:p>
            <a:r>
              <a:rPr lang="en-US" sz="24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The timer will start as both players start the game.</a:t>
            </a:r>
          </a:p>
          <a:p>
            <a:r>
              <a:rPr lang="en-US" sz="2400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After,there</a:t>
            </a:r>
            <a:r>
              <a:rPr lang="en-US" sz="24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is comparison between the time.</a:t>
            </a:r>
          </a:p>
          <a:p>
            <a:r>
              <a:rPr lang="en-US" sz="24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The player who will reach the destination on less time will win the game.</a:t>
            </a:r>
          </a:p>
          <a:p>
            <a:pPr marL="0" indent="0">
              <a:buNone/>
            </a:pPr>
            <a:endParaRPr lang="en-US" sz="2400" dirty="0"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758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436A0-9AD4-F5DB-E843-DE2F54321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Controls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53070-CEC7-0449-1DCF-3E084D77C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6818364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Defining our character control system</a:t>
            </a:r>
          </a:p>
          <a:p>
            <a:r>
              <a:rPr lang="en-US" sz="3200" dirty="0"/>
              <a:t>There are two sprites of cat having the different colors.</a:t>
            </a:r>
          </a:p>
          <a:p>
            <a:r>
              <a:rPr lang="en-US" sz="3200" dirty="0"/>
              <a:t>The movement of cat can be control by using the keys </a:t>
            </a:r>
            <a:r>
              <a:rPr lang="en-US" sz="3200" dirty="0" err="1"/>
              <a:t>a,s,d,e</a:t>
            </a:r>
            <a:r>
              <a:rPr lang="en-US" sz="3200" dirty="0"/>
              <a:t> respectively.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EECCD-2D71-D2E5-6130-7D536C267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751" y="1963711"/>
            <a:ext cx="4099560" cy="428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6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FFE20-A758-BE85-DF09-5A82C1D4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Sprite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67D7F-F227-408C-DB25-6FC5935B8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5694102" cy="3124201"/>
          </a:xfrm>
        </p:spPr>
        <p:txBody>
          <a:bodyPr>
            <a:noAutofit/>
          </a:bodyPr>
          <a:lstStyle/>
          <a:p>
            <a:r>
              <a:rPr lang="en-US" sz="2800" dirty="0"/>
              <a:t>As the cat begins to its </a:t>
            </a:r>
            <a:r>
              <a:rPr lang="en-US" sz="2800" dirty="0" err="1"/>
              <a:t>destination,the</a:t>
            </a:r>
            <a:r>
              <a:rPr lang="en-US" sz="2800" dirty="0"/>
              <a:t> sprite of the ground also changes.</a:t>
            </a:r>
          </a:p>
          <a:p>
            <a:r>
              <a:rPr lang="en-US" sz="2800" dirty="0" err="1"/>
              <a:t>Here,I</a:t>
            </a:r>
            <a:r>
              <a:rPr lang="en-US" sz="2800" dirty="0"/>
              <a:t> use eight ground sprites in it.</a:t>
            </a:r>
          </a:p>
          <a:p>
            <a:r>
              <a:rPr lang="en-US" sz="2800" dirty="0"/>
              <a:t>The sprite eventually changes as is hits some specific color in respective ground sprite.</a:t>
            </a:r>
          </a:p>
        </p:txBody>
      </p:sp>
    </p:spTree>
    <p:extLst>
      <p:ext uri="{BB962C8B-B14F-4D97-AF65-F5344CB8AC3E}">
        <p14:creationId xmlns:p14="http://schemas.microsoft.com/office/powerpoint/2010/main" val="2057532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0D401-F4C3-8746-85CA-88AE153C4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Scoring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367BB-F49D-95F9-0C53-4AE777380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63517"/>
            <a:ext cx="5873984" cy="3527684"/>
          </a:xfrm>
        </p:spPr>
        <p:txBody>
          <a:bodyPr>
            <a:noAutofit/>
          </a:bodyPr>
          <a:lstStyle/>
          <a:p>
            <a:r>
              <a:rPr lang="en-US" sz="2800" dirty="0"/>
              <a:t>Here is the scoring system to check weather a sprite is able to go on final stage</a:t>
            </a:r>
          </a:p>
          <a:p>
            <a:r>
              <a:rPr lang="en-US" sz="2800" dirty="0"/>
              <a:t>The cat sprite will only move to the final stage if the total score of cat is equal or more than seven</a:t>
            </a:r>
          </a:p>
          <a:p>
            <a:r>
              <a:rPr lang="en-US" sz="2800" dirty="0"/>
              <a:t>When the star is </a:t>
            </a:r>
            <a:r>
              <a:rPr lang="en-US" sz="2800" dirty="0" err="1"/>
              <a:t>touched,the</a:t>
            </a:r>
            <a:r>
              <a:rPr lang="en-US" sz="2800" dirty="0"/>
              <a:t> score will increase by one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FCB24-4ECB-2A5A-AA82-B867CEE09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180" y="2263516"/>
            <a:ext cx="4047345" cy="3867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8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403CD-AB19-6596-E8A6-0CC134095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511" y="1866899"/>
            <a:ext cx="6023885" cy="3124201"/>
          </a:xfrm>
        </p:spPr>
        <p:txBody>
          <a:bodyPr>
            <a:normAutofit/>
          </a:bodyPr>
          <a:lstStyle/>
          <a:p>
            <a:r>
              <a:rPr lang="en-US" sz="3600" dirty="0"/>
              <a:t>This condition is only applicable on first ground</a:t>
            </a:r>
          </a:p>
          <a:p>
            <a:r>
              <a:rPr lang="en-US" sz="3600" dirty="0"/>
              <a:t>The condition for the other ground is defined as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3B2C74-1F4C-DA78-DF93-6FBC15E57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219" y="2143326"/>
            <a:ext cx="4542020" cy="3942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230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29AD5-8AE5-33F4-69B5-D00E4A796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Boundary touching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EE1DB-3F80-6673-01E1-DAA29AC98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5259387" cy="3124201"/>
          </a:xfrm>
        </p:spPr>
        <p:txBody>
          <a:bodyPr>
            <a:noAutofit/>
          </a:bodyPr>
          <a:lstStyle/>
          <a:p>
            <a:r>
              <a:rPr lang="en-US" sz="3200" dirty="0"/>
              <a:t>We use the black color as the boundary touching condition.</a:t>
            </a:r>
          </a:p>
          <a:p>
            <a:r>
              <a:rPr lang="en-US" sz="3200" dirty="0"/>
              <a:t>As the cat sprite hits the black color of ground </a:t>
            </a:r>
            <a:r>
              <a:rPr lang="en-US" sz="3200" dirty="0" err="1"/>
              <a:t>sprite,it</a:t>
            </a:r>
            <a:r>
              <a:rPr lang="en-US" sz="3200" dirty="0"/>
              <a:t> will not go through the wall as is specified for ground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5DDBA-9669-8DBF-43B2-957630D00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8694" y="2261345"/>
            <a:ext cx="4194412" cy="33408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6C84C7-5180-DC2D-5041-4FA22DAEC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505" y="2267592"/>
            <a:ext cx="4325813" cy="3980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85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DD1BF-F723-1534-9AE9-8CEFA5526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Jumping of heroin cat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1944B-07DF-61FB-C826-EDAEDB272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666999"/>
            <a:ext cx="6053866" cy="3124201"/>
          </a:xfrm>
        </p:spPr>
        <p:txBody>
          <a:bodyPr>
            <a:noAutofit/>
          </a:bodyPr>
          <a:lstStyle/>
          <a:p>
            <a:r>
              <a:rPr lang="en-US" sz="3200" dirty="0"/>
              <a:t>As the cat sprite reach to final </a:t>
            </a:r>
            <a:r>
              <a:rPr lang="en-US" sz="3200" dirty="0" err="1"/>
              <a:t>stage,the</a:t>
            </a:r>
            <a:r>
              <a:rPr lang="en-US" sz="3200" dirty="0"/>
              <a:t> heroin cat starts jumping by seeing the cat coming towards her.</a:t>
            </a:r>
          </a:p>
          <a:p>
            <a:r>
              <a:rPr lang="en-US" sz="3200" dirty="0"/>
              <a:t>As the male cat </a:t>
            </a:r>
            <a:r>
              <a:rPr lang="en-US" sz="3200" dirty="0" err="1"/>
              <a:t>grap</a:t>
            </a:r>
            <a:r>
              <a:rPr lang="en-US" sz="3200" dirty="0"/>
              <a:t> his heroin </a:t>
            </a:r>
            <a:r>
              <a:rPr lang="en-US" sz="3200" dirty="0" err="1"/>
              <a:t>cat,the</a:t>
            </a:r>
            <a:r>
              <a:rPr lang="en-US" sz="3200" dirty="0"/>
              <a:t> game overs for one player and started for second player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A869AC-FD02-594C-94E2-333240819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594" y="1969448"/>
            <a:ext cx="5186597" cy="451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99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2FDC1-E013-7B94-0CBA-C08D021B1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Gravity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86568-2505-5A6D-EDD1-EF7DFC991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Without </a:t>
            </a:r>
            <a:r>
              <a:rPr lang="en-US" sz="3200" dirty="0" err="1"/>
              <a:t>gravity,the</a:t>
            </a:r>
            <a:r>
              <a:rPr lang="en-US" sz="3200" dirty="0"/>
              <a:t> the game concept </a:t>
            </a:r>
            <a:r>
              <a:rPr lang="en-US" sz="3200" dirty="0" err="1"/>
              <a:t>does’nt</a:t>
            </a:r>
            <a:r>
              <a:rPr lang="en-US" sz="3200" dirty="0"/>
              <a:t> exist.</a:t>
            </a:r>
          </a:p>
          <a:p>
            <a:r>
              <a:rPr lang="en-US" sz="3200" dirty="0"/>
              <a:t>Gravity controller play a key roe in game.</a:t>
            </a:r>
          </a:p>
          <a:p>
            <a:r>
              <a:rPr lang="en-US" sz="3200" dirty="0"/>
              <a:t>It stabilize the cat in the air or in the ground as it moves in any direction.</a:t>
            </a:r>
          </a:p>
          <a:p>
            <a:r>
              <a:rPr lang="en-US" sz="3200" dirty="0"/>
              <a:t>Gravity controller   holds the core concept of the game.</a:t>
            </a:r>
          </a:p>
        </p:txBody>
      </p:sp>
    </p:spTree>
    <p:extLst>
      <p:ext uri="{BB962C8B-B14F-4D97-AF65-F5344CB8AC3E}">
        <p14:creationId xmlns:p14="http://schemas.microsoft.com/office/powerpoint/2010/main" val="223413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40C70-AC64-D1DD-3192-279686594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47" y="883170"/>
            <a:ext cx="6218757" cy="4648200"/>
          </a:xfrm>
        </p:spPr>
        <p:txBody>
          <a:bodyPr>
            <a:noAutofit/>
          </a:bodyPr>
          <a:lstStyle/>
          <a:p>
            <a:r>
              <a:rPr lang="en-US" sz="3600" dirty="0"/>
              <a:t>The value of gravity remains zero as long as the cat remain in touch with specific color(floor).</a:t>
            </a:r>
          </a:p>
          <a:p>
            <a:r>
              <a:rPr lang="en-US" sz="3600" dirty="0"/>
              <a:t>The value will change by -1 as the cat </a:t>
            </a:r>
            <a:r>
              <a:rPr lang="en-US" sz="3600" dirty="0" err="1"/>
              <a:t>moives</a:t>
            </a:r>
            <a:r>
              <a:rPr lang="en-US" sz="3600" dirty="0"/>
              <a:t> in the </a:t>
            </a:r>
            <a:r>
              <a:rPr lang="en-US" sz="3600" dirty="0" err="1"/>
              <a:t>air.we</a:t>
            </a:r>
            <a:r>
              <a:rPr lang="en-US" sz="3600" dirty="0"/>
              <a:t> will change the value of</a:t>
            </a:r>
            <a:r>
              <a:rPr lang="en-US" sz="3600" b="1" dirty="0"/>
              <a:t> y </a:t>
            </a:r>
            <a:r>
              <a:rPr lang="en-US" sz="3600" dirty="0"/>
              <a:t>variable with respect to </a:t>
            </a:r>
            <a:r>
              <a:rPr lang="en-US" sz="3600" b="1" dirty="0"/>
              <a:t>gravity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C0D0C-C0F8-F393-3566-B7A21FB55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504" y="734518"/>
            <a:ext cx="5051686" cy="518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7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930B1-71B8-6AC5-CE79-BB4E8DC33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Moving from one ground to another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4A363-8A28-DBEE-0535-CE31DBD31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4200" dirty="0"/>
              <a:t>The most difficult and time talking task Is to switch ground from one to another ground</a:t>
            </a:r>
          </a:p>
          <a:p>
            <a:r>
              <a:rPr lang="en-US" sz="4200" dirty="0"/>
              <a:t>We use the different color schemes to overcome many problems</a:t>
            </a:r>
          </a:p>
          <a:p>
            <a:r>
              <a:rPr lang="en-US" sz="4200" dirty="0"/>
              <a:t>We define the placement of cat when the specific color is touched by the cat.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853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78C45-F460-A119-C8DF-6EAF9CD5E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570" y="494675"/>
            <a:ext cx="7298050" cy="5576341"/>
          </a:xfrm>
        </p:spPr>
        <p:txBody>
          <a:bodyPr>
            <a:normAutofit/>
          </a:bodyPr>
          <a:lstStyle/>
          <a:p>
            <a:r>
              <a:rPr lang="en-US" sz="2800" dirty="0"/>
              <a:t>That are different color schemes we used to define the ground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We can see in this we use the </a:t>
            </a:r>
            <a:r>
              <a:rPr lang="en-US" sz="2800" dirty="0" err="1"/>
              <a:t>spefic</a:t>
            </a:r>
            <a:r>
              <a:rPr lang="en-US" sz="2800" dirty="0"/>
              <a:t> color at the end of sprite</a:t>
            </a:r>
          </a:p>
          <a:p>
            <a:pPr marL="0" indent="0">
              <a:buNone/>
            </a:pPr>
            <a:r>
              <a:rPr lang="en-US" sz="2800" dirty="0"/>
              <a:t>        color 0</a:t>
            </a:r>
          </a:p>
          <a:p>
            <a:pPr marL="0" indent="0">
              <a:buNone/>
            </a:pPr>
            <a:r>
              <a:rPr lang="en-US" sz="2800" dirty="0"/>
              <a:t>        saturation 100</a:t>
            </a:r>
          </a:p>
          <a:p>
            <a:pPr marL="0" indent="0">
              <a:buNone/>
            </a:pPr>
            <a:r>
              <a:rPr lang="en-US" sz="2800" dirty="0"/>
              <a:t>       brightness 100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EC82E9-C60D-736E-1FDC-E0965F9EF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457" y="2559570"/>
            <a:ext cx="2820973" cy="3076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3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A01FE-6272-6106-A266-D4DF61A81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580" y="1866899"/>
            <a:ext cx="7794039" cy="3124201"/>
          </a:xfrm>
        </p:spPr>
        <p:txBody>
          <a:bodyPr>
            <a:noAutofit/>
          </a:bodyPr>
          <a:lstStyle/>
          <a:p>
            <a:r>
              <a:rPr lang="en-US" sz="3600" dirty="0"/>
              <a:t>Similarly we use the color scheme to move from one ground to another ground.</a:t>
            </a:r>
          </a:p>
          <a:p>
            <a:r>
              <a:rPr lang="en-US" sz="3600" dirty="0"/>
              <a:t>When it hits the color in present ground ,that’s mean the sprite completed the current ground and it wants to move in another ground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1A20FD-44AA-2324-F68A-6F4D28B24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188" y="1241588"/>
            <a:ext cx="3294232" cy="450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09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83322-615B-B75E-DB1A-04DBECDFB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WINNING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0BB06-43F2-5AA6-E4BF-D72579F5B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514600"/>
            <a:ext cx="9905998" cy="3124201"/>
          </a:xfrm>
        </p:spPr>
        <p:txBody>
          <a:bodyPr>
            <a:noAutofit/>
          </a:bodyPr>
          <a:lstStyle/>
          <a:p>
            <a:r>
              <a:rPr lang="en-US" sz="3600" dirty="0"/>
              <a:t>WINNIG CONDTION OF THE BOTH PLAYERS DEPENDS ON THE TIME</a:t>
            </a:r>
          </a:p>
          <a:p>
            <a:r>
              <a:rPr lang="en-US" sz="3600" dirty="0"/>
              <a:t>THE TIME COMPARISON BETWEEN BOTH OF THE PLAYERS WILL DECIDE THE WINNER</a:t>
            </a:r>
          </a:p>
          <a:p>
            <a:r>
              <a:rPr lang="en-US" sz="3600" dirty="0"/>
              <a:t>HERE WE USE BROADCAST FEATURE IN THE CODE</a:t>
            </a:r>
          </a:p>
        </p:txBody>
      </p:sp>
    </p:spTree>
    <p:extLst>
      <p:ext uri="{BB962C8B-B14F-4D97-AF65-F5344CB8AC3E}">
        <p14:creationId xmlns:p14="http://schemas.microsoft.com/office/powerpoint/2010/main" val="236923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C62A5-0F16-3A2F-E432-09A7A9484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843" y="433139"/>
            <a:ext cx="8916987" cy="4940968"/>
          </a:xfrm>
        </p:spPr>
        <p:txBody>
          <a:bodyPr>
            <a:normAutofit/>
          </a:bodyPr>
          <a:lstStyle/>
          <a:p>
            <a:r>
              <a:rPr lang="en-US" sz="4400" dirty="0"/>
              <a:t>WHEN THE TIME COMPARISON IS TAKEN,THE PLAYER THAT REACHES THE QUEEN IN LESS TIME IS THE WINNER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E498FC-8C55-7EF6-C22D-8B68EA1EC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476" y="1628273"/>
            <a:ext cx="3546934" cy="385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6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188</TotalTime>
  <Words>664</Words>
  <Application>Microsoft Office PowerPoint</Application>
  <PresentationFormat>Widescreen</PresentationFormat>
  <Paragraphs>61</Paragraphs>
  <Slides>20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Century Gothic</vt:lpstr>
      <vt:lpstr>Mesh</vt:lpstr>
      <vt:lpstr>PowerPoint Presentation</vt:lpstr>
      <vt:lpstr>CAT-MARIO SCRTCH GAME</vt:lpstr>
      <vt:lpstr>PowerPoint Presentation</vt:lpstr>
      <vt:lpstr>Cat-mario</vt:lpstr>
      <vt:lpstr>PowerPoint Presentation</vt:lpstr>
      <vt:lpstr>introduction</vt:lpstr>
      <vt:lpstr>Concept of the two player version</vt:lpstr>
      <vt:lpstr>Controls</vt:lpstr>
      <vt:lpstr>Sprite switching</vt:lpstr>
      <vt:lpstr>Scoring system</vt:lpstr>
      <vt:lpstr>PowerPoint Presentation</vt:lpstr>
      <vt:lpstr>Boundary touching condition</vt:lpstr>
      <vt:lpstr>Jumping of heroin cat</vt:lpstr>
      <vt:lpstr>Gravity controller</vt:lpstr>
      <vt:lpstr>PowerPoint Presentation</vt:lpstr>
      <vt:lpstr>Moving from one ground to another</vt:lpstr>
      <vt:lpstr>PowerPoint Presentation</vt:lpstr>
      <vt:lpstr>PowerPoint Presentation</vt:lpstr>
      <vt:lpstr>WINNING CONDITION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abshar husasain</dc:creator>
  <cp:lastModifiedBy>abshar husasain</cp:lastModifiedBy>
  <cp:revision>7</cp:revision>
  <dcterms:created xsi:type="dcterms:W3CDTF">2024-10-21T15:55:15Z</dcterms:created>
  <dcterms:modified xsi:type="dcterms:W3CDTF">2024-10-22T03:02:10Z</dcterms:modified>
</cp:coreProperties>
</file>